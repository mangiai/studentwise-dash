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UniFlow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DB8A0"/>
                </a:solidFill>
              </a:rPr>
              <a:t>University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C4DE"/>
                </a:solidFill>
              </a:rPr>
              <a:t>Student · Teacher · Admin · Moderator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5303520"/>
            <a:ext cx="3657600" cy="118872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5394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Full-stack academic management
React 19 · Supabase ·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 → 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02920"/>
          </a:xfrm>
          <a:prstGeom prst="rect">
            <a:avLst/>
          </a:prstGeom>
          <a:solidFill>
            <a:srgbClr val="E5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16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  ›  Universities manage students, courses,
fees &amp; attendance across disconnected systems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  ›  No single portal for all stakeholders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  ›  Manual fee &amp; challan processes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  ›  No real-time attendance visibility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  ›  Staff lack role-scoped access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50292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161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  ›  One portal: student, teacher, admin &amp; moderator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  ›  Role-based dashboards with live Supabase data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  ›  Automated fee challan generation (PKR)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  ›  Session-level attendance with real-time sync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  ›  Granular RLS — admins delete, moderators edit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2651760" cy="384048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Dashboard &amp;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2468879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GPA tracker, attendance ring charts,
Recharts visualisations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1528" y="109728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81528" y="1097280"/>
            <a:ext cx="2651760" cy="384048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14300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Courses &amp; Enrolment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1554480"/>
            <a:ext cx="2468879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Browse enrolled courses, credit tracking,
per-course attendance badges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34456" y="109728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34456" y="1097280"/>
            <a:ext cx="2651760" cy="384048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25896" y="114300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Attendance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896" y="1554480"/>
            <a:ext cx="2468879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Session-level marks, auto-synced summaries,
short-attendance alerts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87384" y="109728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87384" y="1097280"/>
            <a:ext cx="2651760" cy="384048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78824" y="114300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1554480"/>
            <a:ext cx="2468879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PKR semester balance, payment history,
downloadable fee challan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42900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429000"/>
            <a:ext cx="2651760" cy="384048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4747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Academic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886200"/>
            <a:ext cx="2468879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Semester grades, CGPA, grade badges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81528" y="342900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81528" y="3429000"/>
            <a:ext cx="2651760" cy="384048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72968" y="34747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Staff Portal (Admin/Mod)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968" y="3886200"/>
            <a:ext cx="2468879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CRUD students, teachers, courses;
Fee &amp; notification management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34456" y="342900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34456" y="3429000"/>
            <a:ext cx="2651760" cy="384048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25896" y="34747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Real-time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25896" y="3886200"/>
            <a:ext cx="2468879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Supabase Realtime invalidates enrollments,
fees, grades &amp; attendance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87384" y="342900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87384" y="3429000"/>
            <a:ext cx="2651760" cy="384048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78824" y="347472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Role-based 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3886200"/>
            <a:ext cx="2468879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4 roles · cookie sessions · RLS on every 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 User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26974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2697480" cy="64008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2471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2514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  ›  Dashboard with GPA &amp; attendance overview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My Courses with attendance badges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Fee management &amp; challan download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Academic results &amp; CGPA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Notifications &amp; settings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097280"/>
            <a:ext cx="26974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1097280"/>
            <a:ext cx="2697480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12471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Teacher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83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48840"/>
            <a:ext cx="2514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  ›  All student pages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Reports &amp; Analytics page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Enrollment trends, fee status charts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Department performance 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097280"/>
            <a:ext cx="26974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097280"/>
            <a:ext cx="2697480" cy="640080"/>
          </a:xfrm>
          <a:prstGeom prst="rect">
            <a:avLst/>
          </a:prstGeom>
          <a:solidFill>
            <a:srgbClr val="E5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12471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783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/admin/login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148840"/>
            <a:ext cx="2514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  ›  Full staff portal (8 sections)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Create / edit / DELETE students &amp; teachers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Mark attendance per session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Manage fee challans, send notifications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097280"/>
            <a:ext cx="26974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097280"/>
            <a:ext cx="26974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12471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Moderator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783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/admin/login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48840"/>
            <a:ext cx="2514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  ›  Same staff portal as admin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Create &amp; edit — no delete permissions</a:t>
            </a:r>
          </a:p>
          <a:p>
            <a:pPr algn="l"/>
            <a:r>
              <a:rPr sz="1200">
                <a:solidFill>
                  <a:srgbClr val="1A1A2E"/>
                </a:solidFill>
              </a:rPr>
              <a:t>  ›  Hidden delete buttons enforced by RLS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Student Portal  —  All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3749039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4864" cy="16002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92807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GPA, attendance ring, course cards, fee alert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43000"/>
            <a:ext cx="3749039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143000"/>
            <a:ext cx="54864" cy="16002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34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My 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18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/courses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92807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6 enrolled courses, credits, attendance badge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749039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43000"/>
            <a:ext cx="54864" cy="16002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234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18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892807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Per-course % rings, short-attendance warning 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26080"/>
            <a:ext cx="3749039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926080"/>
            <a:ext cx="54864" cy="16002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Fee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01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/fees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7588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PKR balance, payment history, Download Challan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926080"/>
            <a:ext cx="3749039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2926080"/>
            <a:ext cx="54864" cy="16002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Faculty Directory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401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/teachers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67588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Teacher cards from live database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926080"/>
            <a:ext cx="3749039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926080"/>
            <a:ext cx="54864" cy="16002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Academic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401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7588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Semester grades, CGPA, grade colour badges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09160"/>
            <a:ext cx="3749039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709160"/>
            <a:ext cx="54864" cy="16002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00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84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45896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Enrollment &amp; fee charts (teacher / admin only)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709160"/>
            <a:ext cx="3749039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59" y="4709160"/>
            <a:ext cx="54864" cy="16002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4800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Notifications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184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/notifications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45896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Fee, attendance, course, announcement alerts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709160"/>
            <a:ext cx="3749039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4709160"/>
            <a:ext cx="54864" cy="16002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800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Settings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184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/settings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458968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Profile, notification prefs, password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Staff Portal  —  Admin &amp; Moderator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743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550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/admin/dashboard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4767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Summary stats &amp; quick links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4300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143000"/>
            <a:ext cx="2743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207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550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/admin/students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4767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Create / edit / delete student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43000"/>
            <a:ext cx="2743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07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Teachers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550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/admin/teachers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4767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Manage faculty — assign to courses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14300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143000"/>
            <a:ext cx="2743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2070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6550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/admin/courses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4767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Create courses, assign instructors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747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474720"/>
            <a:ext cx="2743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53872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Enrolments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98678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/admin/enrollments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7939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Enrol / unenrol students in courses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4747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353872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Attendance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98678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/admin/attendance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27939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Mark per-session attendance (Fall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4747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3474720"/>
            <a:ext cx="2743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53872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Fees &amp; Challans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98678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/admin/fees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7939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Regenerate challans, set Paid/Pending/Overdue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34747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3474720"/>
            <a:ext cx="2743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53872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98678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/admin/notifications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27939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Broadcast alerts to individual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532120"/>
            <a:ext cx="11612880" cy="8686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55961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Moderator:  same 8 sections — create &amp; edit allowed  |  Delete buttons hidden (enforced by RLS + useStaffPermissions())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4747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474720" cy="54864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2918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2918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  ›  React 19.2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TanStack Router 1.168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TanStack Start (SSR)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TanStack Query 5.83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Tailwind CSS v4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shadcn/ui + Radix UI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Recharts 2.15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React Hook Form + Zod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097280"/>
            <a:ext cx="34747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474720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43000"/>
            <a:ext cx="32918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Backend &amp;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2918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  ›  Supabase Postgres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Supabase Auth (GoTrue)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@supabase/ssr (cookies)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Row Level Security (RLS)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Supabase Realtime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13 tables · 5 migrations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pgcrypto (seed hashing)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33 server functions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4747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474720" cy="548640"/>
          </a:xfrm>
          <a:prstGeom prst="rect">
            <a:avLst/>
          </a:prstGeom>
          <a:solidFill>
            <a:srgbClr val="E5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143000"/>
            <a:ext cx="32918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Build &amp;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32918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  ›  Vite 7.3 (bundler)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Nitro 3.0 (serverless preset)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Vercel (production host)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Node.js 22.x runtime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TypeScript 5.8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ESLint + Prettier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Supabase CLI (migrations)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  ›  GitHub Actions (CI migrate)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28600" cy="141732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B8A0"/>
                </a:solidFill>
              </a:rPr>
              <a:t>Browser  (React 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TanStack Router · shadcn/ui · Recharts · Tailwind CSS v4
Realtime hooks · MobileNavBar · NotificationBell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70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▼  HTTP / Cookies + Supabase JS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11247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228600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</a:rPr>
              <a:t>Vercel  (Nitro Serverless Functions)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1071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TanStack Start server functions (SSR)
Auth guards · data loaders · staff CRUD mutations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616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▼  HTTP / Cookies + Supabase JS 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1247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228600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451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Supabase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0235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Auth (GoTrue) · Postgres + RLS · Realtime subscriptions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DC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1996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5336"/>
                </a:solidFill>
              </a:rPr>
              <a:t>Security:  RLS on all 13 tables · students read own rows only · staff via is_staff() · admins via is_admin()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 —  13 Tables · 5 Migrations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234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departments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CS, EE, BBA, MATH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430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234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User profiles + notification prefs (linked to auth.users)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8288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920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Records: ID, GPA, credits, fee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8288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920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teachers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Faculty 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146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5146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606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courses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Catalog with instructor assignment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5146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5146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2606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enrollments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Student ↔ course per semester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2004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2004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3291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attendance_records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Auto-calculated % per enrolment (trigger-synced)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2004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2004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3291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class_sessions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291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Individual class dates (Fall 2026 term)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8862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8862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397763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session_attendance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39776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Per-session present/absent marks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8862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38862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397763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fee_transactions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39776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Payment history (PKR)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5720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45720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" y="4663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semester_fees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4663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Current semester fee balances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5720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72200" y="45720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45352" y="4663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course_grades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663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Semester grades &amp; grade points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257800"/>
            <a:ext cx="5623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5257800"/>
            <a:ext cx="1691640" cy="5943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5349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notifications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5349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User-specific alerts (fee, attendance, course, announcement)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446520"/>
            <a:ext cx="11521440" cy="347472"/>
          </a:xfrm>
          <a:prstGeom prst="rect">
            <a:avLst/>
          </a:prstGeom>
          <a:solidFill>
            <a:srgbClr val="DC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46480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336"/>
                </a:solidFill>
              </a:rPr>
              <a:t>Realtime publications:  enrollments · notifications · semester_fees · course_grades · attendance_records · class_sessions · session_attendance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11480" cy="237744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2075687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Student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1965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sarah@studentwise.test / StudentWise123!
→  /login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79" y="114300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79" y="1143000"/>
            <a:ext cx="411480" cy="2377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075687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737360"/>
            <a:ext cx="1965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GPA, attendance ring charts, course progress (live)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143000"/>
            <a:ext cx="411480" cy="237744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3" y="2075687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1737360"/>
            <a:ext cx="1965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Ring charts · short-attendance warning on OS (68%)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14300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143000"/>
            <a:ext cx="411480" cy="2377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0264" y="2075687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Fees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1737360"/>
            <a:ext cx="1965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PKR balance · payment history · Download Challan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94760"/>
            <a:ext cx="411480" cy="237744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47274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9319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Results +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389120"/>
            <a:ext cx="1965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Semester grades, CGPA · 2 unread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79" y="379476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54679" y="3794760"/>
            <a:ext cx="411480" cy="2377440"/>
          </a:xfrm>
          <a:prstGeom prst="rect">
            <a:avLst/>
          </a:prstGeom>
          <a:solidFill>
            <a:srgbClr val="E5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9544" y="47274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9319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Teacher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389120"/>
            <a:ext cx="1965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teacher@studentwise.test  →  Reports &amp;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79476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3794760"/>
            <a:ext cx="411480" cy="2377440"/>
          </a:xfrm>
          <a:prstGeom prst="rect">
            <a:avLst/>
          </a:prstGeom>
          <a:solidFill>
            <a:srgbClr val="E5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9903" y="47274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39319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Admin Portal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9" y="4389120"/>
            <a:ext cx="1965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admin@studentwise.test  →  /admin/login
CRUD student, mark attendance, update fee status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3794760"/>
            <a:ext cx="26060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400" y="3794760"/>
            <a:ext cx="41148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0264" y="472744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39319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Moderator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4389120"/>
            <a:ext cx="1965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moderator@studentwise.test
Same portal — delete buttons hidden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  — 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623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28600" cy="1188720"/>
          </a:xfrm>
          <a:prstGeom prst="rect">
            <a:avLst/>
          </a:prstGeom>
          <a:solidFill>
            <a:srgbClr val="E5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0" cy="347472"/>
          </a:xfrm>
          <a:prstGeom prst="rect">
            <a:avLst/>
          </a:prstGeom>
          <a:solidFill>
            <a:srgbClr val="E5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5272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2161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Fee Payment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1848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Integrate online payment for semester fee challans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623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228600" cy="1188720"/>
          </a:xfrm>
          <a:prstGeom prst="rect">
            <a:avLst/>
          </a:prstGeom>
          <a:solidFill>
            <a:srgbClr val="E5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234440"/>
            <a:ext cx="914400" cy="347472"/>
          </a:xfrm>
          <a:prstGeom prst="rect">
            <a:avLst/>
          </a:prstGeom>
          <a:solidFill>
            <a:srgbClr val="E5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25272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2161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PDF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61848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Downloadable PDF for results &amp; fee receipts (challan UI ready)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5623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2286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60320"/>
            <a:ext cx="9144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57860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5420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Email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94436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Wire actual email sending to the notification preference toggles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468880"/>
            <a:ext cx="5623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468880"/>
            <a:ext cx="2286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2560320"/>
            <a:ext cx="9144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57860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5420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Teacher Self-Service 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94436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Let teachers mark their own courses instead of staff-only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94760"/>
            <a:ext cx="5623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794760"/>
            <a:ext cx="2286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886200"/>
            <a:ext cx="9144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90448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38679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Bulk Attendance Import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27024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CSV upload for session attendance records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794760"/>
            <a:ext cx="5623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794760"/>
            <a:ext cx="228600" cy="118872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3886200"/>
            <a:ext cx="914400" cy="347472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390448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8679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Push 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27024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Browser / mobile push (preference toggle already saved)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120640"/>
            <a:ext cx="5623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120640"/>
            <a:ext cx="228600" cy="118872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212079"/>
            <a:ext cx="914400" cy="347472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52303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1937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Multi-semester Attendance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5596127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Expand beyond Fall 2026 term to full attendance history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120640"/>
            <a:ext cx="5623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5120640"/>
            <a:ext cx="228600" cy="118872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5212079"/>
            <a:ext cx="914400" cy="347472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52303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51937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Student Self-Registration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5596127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Allow students to link their own ID at signup without admin approval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UniFlow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B8A0"/>
                </a:solidFill>
              </a:rPr>
              <a:t>University Portal — Quick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247120" cy="420624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B8A0"/>
                </a:solidFill>
              </a:rPr>
              <a:t>Test Credentials  (password: StudentWise123!)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Student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sarah@studentwise.test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B8A0"/>
                </a:solidFill>
              </a:rPr>
              <a:t>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Teacher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teacher@studentwise.test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B8A0"/>
                </a:solidFill>
              </a:rPr>
              <a:t>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Admin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admin@studentwise.test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B8A0"/>
                </a:solidFill>
              </a:rPr>
              <a:t>/admin/login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Moderator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2976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moderator@studentwise.test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2976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B8A0"/>
                </a:solidFill>
              </a:rPr>
              <a:t>/admin/login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Stack:  React 19 · TanStack Start · Supabase Postgres + Auth + Realtime · Vercel · TypeScript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Repo:   github.com/mangiai/studentwise-dash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